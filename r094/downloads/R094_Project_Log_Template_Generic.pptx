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R094 Project Log (Generic Template)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 name: ______________________</a:t>
            </a:r>
          </a:p>
          <a:p>
            <a:r>
              <a:t>Student name: ______________________</a:t>
            </a:r>
          </a:p>
          <a:p/>
          <a:p>
            <a:r>
              <a:t>Keep this file updated as you work. If it isn't in the log, it doesn't exist.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 folders (Task 1 / Task 2), save the client brief, create this project log.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Highlighted Client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 the highlighted brief (requirements, purpose, audience, constraints).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Extracted Brief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a table with bullet points for requirements, purpose, audience, constraints.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Mind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 your mind map built from the brief.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Mood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 your mood board + at least 4 brief annotations.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Concept Sketches (4+)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 your concept sketches + short notes on what differs in each.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Chosen Concept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Write a structured justification: brief + audience + design choices + why others rejected.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Visualisation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 your annotated visualisation diagram (dimensions, DPI, formats).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Asset List (from Visualisation)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List every asset you will need: name, where used, create/source.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Asset Folder +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 your asset folder + list saved URLs for sourced assets.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Creating the Logo (Process)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Construction screenshots + annotations (tools used, decisions).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Exporting the Logo (PNG / SVG)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Screenshots exporting each format.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Logo File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Screenshots of file properties for PNG and SVG + explanation.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Creating the Product (Process)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Construction screenshots + annotations (guides, layers, effects, text).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Asset Table (Completed)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 your completed asset table screenshot and file location.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Print Version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Screenshots: DPI/size/colour mode and export settings for print.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Online Version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Screenshots: resize for web and export settings for online.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Final Exports (TIFF / JPG)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Screenshots exporting TIFF + JPG and files saved in folder.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File Properties (TIFF / JPG)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Screenshots of file properties + short comparison.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Final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Evaluate against the client brief, target audience, and your pre-production documents.</a:t>
            </a:r>
          </a:p>
          <a:p>
            <a:pPr/>
            <a:r>
              <a:t>Evidence: include screenshots + 2–4 sentences explaining what you did and why.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